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Planner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to study, every single day.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Talks 60-Day Claude AI Challenge  |  10-Day Capstone  |  Built by Anjali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don't know what to study each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know what subjects I have, but I don't know how to divide my remaining days before exams. I either over-study one subject or ignore another.”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Priya, undergraduate student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 subjects to juggle every semester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way to prioritize by exam proximity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planning is tedious — so it rarely happens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procrastination, imbalance, and exam-time stress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students preparing for semester exams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Persona: Priya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18–24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1546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or postgraduate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 subjects per semester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1–5 hours a 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Procrastinates — doesn't know what's 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9834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a ready-made plan, not a manual 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audience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relatable, universal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structure: subjects → topics → exam dates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domain expertise required (unlike UPSC/GATE prep)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demonstrate with realistic examples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path to expand into other exam types later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 daily plan, explained by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scheduling engine builds a consistent, testable study plan from your subjects, topics, and exam dates. A Claude-powered layer then explains it, motivates you, and answers your questions.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063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scheduling: predictable, testable, always consistent for the same inputs.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8346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3063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Enhancement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37033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explains the plan, gives tips, motivates, and answers study questions.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83464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3063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Needed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37033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saves automatically in your browser — open it and go.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v1.0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subjects by exam proximity and balances daily workload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Revision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dedicated revision time before every exam, without being asked.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3317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view of exactly what to study today — no guesswork.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Timeline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full plan across every day until your last exam.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7947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931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Explanations &amp; Tips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389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the plan looks the way it does, plus a daily study tip.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931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Q&amp;A Assistant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4389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study-related questions and get a quick, helpful answer.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secure architecture built for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3852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938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vanilla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9385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Forms, dashboard, calendar view, Q&amp;A chat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8152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3081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JavaScript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30815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involved — same inputs always produce the same 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2452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Proxy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4224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serverless function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2245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Forwards prompts to Claude API; API key never touches the browser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6752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5367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53675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Explanations, tips, motivation, Q&amp;A — additive, not load-bearing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 single platform with GitHub auto-deploy — one live URL, no manual redeploys.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intentionally next, not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 &amp; completion status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20116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148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re-planning after missed days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20116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&amp; cross-device sync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690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and reminders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3931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0690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931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0690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(adaptive) scheduling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walks into exam season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exactly what today is for.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a 10-day capstone for the AB Talks 60-Day Claude AI Challenge — a deterministic core you can trust, and an AI layer that makes studying feel a little less lonely.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Planner  ·  Anjali  ·  #60DaysClaudeChallenge  #ClaudeAI  #BuildInPublic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2026-07-25T12:21:34Z</dcterms:created>
  <dcterms:modified xsi:type="dcterms:W3CDTF">2026-07-25T12:21:34Z</dcterms:modified>
</cp:coreProperties>
</file>